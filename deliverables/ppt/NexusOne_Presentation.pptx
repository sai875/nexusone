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173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NEXUSONE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Collaboration &amp; Workforce Management Platform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3200400"/>
            <a:ext cx="411480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 microservices platform built with NestJS, Next.js, PostgreSQL, MongoDB, Redis, and AI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&amp; Presentation</a:t>
            </a:r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MVP · August 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[Your Name(s)]  ·  Guide: [Guide Name]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82296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microservices, gateway, event bus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walkthrough — auth, org, chat, projects, files, calendar, notifications, admin, AI Copilot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PostgreSQL, MongoDB, Redis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surface — REST, GraphQL, WebSocket, SSE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RBAC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CI/CD and deployment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coverage, future work &amp; conclusion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NexusOne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82296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integrated platform?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106984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64008" cy="12344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1664208"/>
            <a:ext cx="10332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2688" y="2011680"/>
            <a:ext cx="103144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juggle chat, task boards, files, calendars and status reports across disconnected apps — no single source of truth.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106984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926080"/>
            <a:ext cx="64008" cy="12344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035808"/>
            <a:ext cx="10332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context, no automation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32688" y="3383280"/>
            <a:ext cx="103144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Assignments, mentions and deadlines are lost between tools; reporting and admin insight require manual consolidation.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4297680"/>
            <a:ext cx="106984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297680"/>
            <a:ext cx="64008" cy="12344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407408"/>
            <a:ext cx="10332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scaling gaps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32688" y="4754880"/>
            <a:ext cx="103144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control, audit trails and safe multi-tenant isolation are hard to retrofit once tools are glued together.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NexusOne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82296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NexusOne sets out to deliver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10607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workspace: chat, projects &amp; tasks, files, calendar, notifications, admin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architecture — independently deployable, scalable services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 — JWT, refresh rotation, 5-role RBAC, multi-tenant orgs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collaboration — WebSocket chat, SSE notifications, Redis event bus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— chat &amp; meeting summaries, task generation, drafts, grounded Q&amp;A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tooling — Docker Compose, CI/CD, Render blueprint, full documentation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NexusOne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82296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— MVP Modules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modules implemented end-to-end (SRS mapping in the report)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352044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64008" cy="1463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1664208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2688" y="2011680"/>
            <a:ext cx="31363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refresh rotation, RBAC, org registration, invitations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52044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554480"/>
            <a:ext cx="64008" cy="146304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2" name="Text 10"/>
          <p:cNvSpPr/>
          <p:nvPr/>
        </p:nvSpPr>
        <p:spPr>
          <a:xfrm>
            <a:off x="4590288" y="1664208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Mgmt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90288" y="2011680"/>
            <a:ext cx="31363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Tenants, departments, entitlements, audit trail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52044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554480"/>
            <a:ext cx="64008" cy="1463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8247888" y="1664208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47888" y="2011680"/>
            <a:ext cx="31363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Channels, threads, reactions, presence, search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" y="3127248"/>
            <a:ext cx="352044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127248"/>
            <a:ext cx="64008" cy="1463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" y="3236976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Tasks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32688" y="3584448"/>
            <a:ext cx="31363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 → projects → tasks, kanban, sprints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89120" y="3127248"/>
            <a:ext cx="352044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0" y="3127248"/>
            <a:ext cx="64008" cy="1463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4590288" y="3236976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590288" y="3584448"/>
            <a:ext cx="31363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Uploads, folders, share links, storage abstraction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46720" y="3127248"/>
            <a:ext cx="352044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0" y="3127248"/>
            <a:ext cx="64008" cy="146304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28" name="Text 26"/>
          <p:cNvSpPr/>
          <p:nvPr/>
        </p:nvSpPr>
        <p:spPr>
          <a:xfrm>
            <a:off x="8247888" y="3236976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247888" y="3584448"/>
            <a:ext cx="31363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RSVP, availability, reminders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31520" y="4700016"/>
            <a:ext cx="352044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4700016"/>
            <a:ext cx="64008" cy="1463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932688" y="4809744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32688" y="5157216"/>
            <a:ext cx="31363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feed, unread badge, SSE live push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389120" y="4700016"/>
            <a:ext cx="352044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0" y="4700016"/>
            <a:ext cx="64008" cy="1463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4590288" y="4809744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4590288" y="5157216"/>
            <a:ext cx="31363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member/role admin, entitlements, audit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046720" y="4700016"/>
            <a:ext cx="352044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46720" y="4700016"/>
            <a:ext cx="64008" cy="1463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0" name="Text 38"/>
          <p:cNvSpPr/>
          <p:nvPr/>
        </p:nvSpPr>
        <p:spPr>
          <a:xfrm>
            <a:off x="8247888" y="4809744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8247888" y="5157216"/>
            <a:ext cx="31363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Summaries, task generation, drafts, grounded Q&amp;A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NexusOne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82296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Proven, production-grade building blocks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5212080" cy="466344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64008" cy="46634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166420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2688" y="2011680"/>
            <a:ext cx="482803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10 — 9 microservices + API gateway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TypeORM (PostgreSQL) · Mongoose (MongoDB)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realtime · ioredis (Redis)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/ passport · bcrypt · class-validator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Swagger/OpenAPI · Apollo GraphQL (gateway)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unit tests across all services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212080" cy="466344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54480"/>
            <a:ext cx="64008" cy="4663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66420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Infra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64808" y="2011680"/>
            <a:ext cx="482803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 · React 18 · TypeScript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· shadcn/ui (Radix primitives)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· SWR · Recharts · socket.io-client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· MongoDB 7 · Redis 7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· GitHub Actions CI/CD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blueprint (render.yaml) for cloud deploy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NexusOne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82296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gateway, nine microservices, three datastores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92040" y="1298448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2984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Web App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(REST · GraphQL · WS)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74920" y="2084832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20848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:8080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· rate-limit · GraphQL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801368"/>
            <a:ext cx="0" cy="28346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645152" y="1554480"/>
            <a:ext cx="246888" cy="1572768"/>
          </a:xfrm>
          <a:prstGeom prst="line">
            <a:avLst/>
          </a:prstGeom>
          <a:noFill/>
          <a:ln w="15875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880360" y="21214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2944368"/>
            <a:ext cx="1170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2587752"/>
            <a:ext cx="0" cy="35661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1520" y="3200400"/>
            <a:ext cx="1335024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200400"/>
            <a:ext cx="13350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:3001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399032" y="2944368"/>
            <a:ext cx="0" cy="256032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212848" y="3200400"/>
            <a:ext cx="1335024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12848" y="3200400"/>
            <a:ext cx="13350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:3002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880360" y="2944368"/>
            <a:ext cx="0" cy="256032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694176" y="3200400"/>
            <a:ext cx="1335024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94176" y="3200400"/>
            <a:ext cx="13350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:3003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61688" y="2944368"/>
            <a:ext cx="0" cy="256032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175504" y="3200400"/>
            <a:ext cx="1335024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75504" y="3200400"/>
            <a:ext cx="13350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:3004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43016" y="2944368"/>
            <a:ext cx="0" cy="256032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656832" y="3200400"/>
            <a:ext cx="1335024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56832" y="3200400"/>
            <a:ext cx="13350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:3005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24344" y="2944368"/>
            <a:ext cx="0" cy="256032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138160" y="3200400"/>
            <a:ext cx="1335024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3200400"/>
            <a:ext cx="13350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:3006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805672" y="2944368"/>
            <a:ext cx="0" cy="256032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619488" y="3200400"/>
            <a:ext cx="1335024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19488" y="3200400"/>
            <a:ext cx="13350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:3007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287000" y="2944368"/>
            <a:ext cx="0" cy="256032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1100816" y="3200400"/>
            <a:ext cx="1335024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100816" y="3200400"/>
            <a:ext cx="13350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:3008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1768328" y="2944368"/>
            <a:ext cx="0" cy="256032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31520" y="4160520"/>
            <a:ext cx="1170432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43016" y="3822192"/>
            <a:ext cx="0" cy="338328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31520" y="4572000"/>
            <a:ext cx="3566160" cy="566928"/>
          </a:xfrm>
          <a:prstGeom prst="roundRect">
            <a:avLst>
              <a:gd name="adj" fmla="val 9677"/>
            </a:avLst>
          </a:prstGeom>
          <a:solidFill>
            <a:srgbClr val="E0E7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457200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26280" y="4572000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E0E7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26280" y="45720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498080" y="4572000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E0E7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0" y="45720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514600" y="4160520"/>
            <a:ext cx="3328416" cy="41148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5843016" y="4160520"/>
            <a:ext cx="54864" cy="41148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5843016" y="4160520"/>
            <a:ext cx="3026664" cy="41148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731520" y="52303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org · projects · files · calendar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526280" y="52303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· notifications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498080" y="52303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· events · rate limits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31520" y="5715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WebSocket: browsers connect to chat :3003 directly (Redis pub/sub fans out across replicas) · domain events flow through Redis (task.assigned, chat.mentioned, event.reminder, invite.accepted)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NexusOne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82296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owns its data and exposes a Swagger-documented API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640080"/>
                <a:gridCol w="6035040"/>
                <a:gridCol w="3108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Datastore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 proxy, rate limiting, GraphQL aggregation, aggregated Swagger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access + rotating refresh tokens, RBAC, multi-org membership, invites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· Redis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Tenants, departments/teams, module entitlements, audit trail, admin KPIs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Channels &amp; messages, Socket.IO realtime, threads, reactions, presence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· Redis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Workspaces → projects → tasks, kanban, sprints, comments, activity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Multipart uploads, folders, expiring share links, storage abstraction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· disk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Events, RSVP, availability, reminders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In-app feed, unread badge, SSE live push, domain-event consumer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· Redis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 — OpenAI adapter + deterministic fallback engine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NexusOne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82296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 across every service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521208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64008" cy="2743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166420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2688" y="2011680"/>
            <a:ext cx="482803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access tokens (8h) + rotating refresh tokens with denylist in Redis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 · class-validator DTO validation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Multi-org membership &amp; org switching · invitation flow with roles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Demo-data bootstrap — idempotent seed of demo org &amp; users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21208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54480"/>
            <a:ext cx="64008" cy="2743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66420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(RBAC)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64808" y="2011680"/>
            <a:ext cx="482803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roles: SUPER_ADMIN, ORG_ADMIN, MANAGER, EMPLOYEE, GUEST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@Roles() decorator + guards enforced per endpoint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Org-scoped access — users can only see their own tenant data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4480560"/>
            <a:ext cx="1069848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80560"/>
            <a:ext cx="64008" cy="1737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590288"/>
            <a:ext cx="10332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&amp; abuse protection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32688" y="4937760"/>
            <a:ext cx="10314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Gateway: helmet security headers, per-IP rate limiting, centralized CORS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verified independently by every service (shared secret)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share links expire · CORS locked to CLIENT_ORIGIN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NexusOne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82296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&amp; Realtime Collaboration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Slack-style channels on Socket.IO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5212080" cy="466344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64008" cy="46634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166420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2688" y="2011680"/>
            <a:ext cx="482803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 private / announcement channels per org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messages, threads, reactions, edit &amp; delete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Mentions (@user) → notifications via Redis event bus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across messages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212080" cy="466344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54480"/>
            <a:ext cx="64008" cy="46634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66420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plumbing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64808" y="2011680"/>
            <a:ext cx="482803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with JWT auth handshake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(online/away) stored in Redis, shared across replicas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pub/sub fan-out for multi-instance chat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service pushes SSE streams to connected clients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NexusOne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82296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&amp; Task Management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workspaces to done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10607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Hierarchy: workspaces → projects → tasks (with priorities, assignees, due dates)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 UI — drag tasks across backlog / todo / in-progress / review / done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with goals, comments and a per-task activity feed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task.assigned domain event → notification to the assignee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analytics: task pipeline, workload and completion KPIs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53949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REST: /workspaces · /projects · /tasks · /sprints  —  GraphQL: tasksByProject, dashboard aggregates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NexusOne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82296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· Calendar · Notifications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supporting modules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352044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64008" cy="3108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1664208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2688" y="2011680"/>
            <a:ext cx="313639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 uploads with multer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hierarchy per org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Expiring share links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StorageProvider abstraction — local disk today, S3-ready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554480"/>
            <a:ext cx="352044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554480"/>
            <a:ext cx="64008" cy="3108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1664208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44568" y="2011680"/>
            <a:ext cx="313639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with attendees &amp; RSVP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/ busy checks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→ event.reminder notifications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Month-view UI with create/edit dialogs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554480"/>
            <a:ext cx="352044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1554480"/>
            <a:ext cx="64008" cy="3108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8156448" y="1664208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156448" y="2011680"/>
            <a:ext cx="313639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feed + unread badge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live push to the browser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the Redis domain event bus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assigned · mentioned · reminders · invites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48920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flows: upload a file → share link expires; create an event → attendees get reminders; assign a task → assignee is notified in real time.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NexusOne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82296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built into the workspace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521208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64008" cy="2743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166420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2688" y="2011680"/>
            <a:ext cx="482803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summaries with action items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/ channel recap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generation → one-click commit to the board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Drafts: announcements, emails, reports, plans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Q&amp;A with source references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21208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54480"/>
            <a:ext cx="64008" cy="2743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66420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64808" y="2011680"/>
            <a:ext cx="482803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adapter when OPENAI_API_KEY is set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fallback engine — fully functional with zero API keys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shows its source (channels, tasks, events)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Smoke-tested end-to-end with a real JWT: POST /api/copilot/summarize returns a source-grounded summary.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NexusOne ·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82296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persistence — the right store for each workload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3520440" cy="420624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64008" cy="4206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1664208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(canonical)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2688" y="2011680"/>
            <a:ext cx="313639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organizations · memberships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· teams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· tasks · comments · activity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· folders · share_links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calendar_events · rsvps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 · entitlements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554480"/>
            <a:ext cx="3520440" cy="420624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554480"/>
            <a:ext cx="64008" cy="4206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1664208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(documents)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44568" y="2011680"/>
            <a:ext cx="313639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channels · messages · threads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feeds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Schema-less, fits message payloads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Indexes: channel + createdAt, userId + read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554480"/>
            <a:ext cx="3520440" cy="420624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1554480"/>
            <a:ext cx="64008" cy="4206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8156448" y="1664208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(fast state)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156448" y="2011680"/>
            <a:ext cx="313639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&amp; online status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refresh-token denylist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counters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event bus (pub/sub)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DDL + seed: database/postgres/schema.sql · ER diagrams: docs/er-diagram.md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NexusOne ·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82296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Surface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gateway, every protocol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3520440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64008" cy="2834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1664208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2688" y="2011680"/>
            <a:ext cx="313639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 endpoints across 9 services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traffic through the gateway (/api/*)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at /docs per service + aggregated at the gateway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554480"/>
            <a:ext cx="3520440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554480"/>
            <a:ext cx="64008" cy="2834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1664208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44568" y="2011680"/>
            <a:ext cx="313639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layer at /graphql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tasksByProject · channels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· mutations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554480"/>
            <a:ext cx="3520440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1554480"/>
            <a:ext cx="64008" cy="2834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8156448" y="1664208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156448" y="2011680"/>
            <a:ext cx="313639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— chat (direct to :3003)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— notification stream (:3007)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pub/sub — internal event bus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47091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the Dashboard page fetches one GraphQL query — org KPIs, task pipeline, recent activity, notifications — instead of four REST round-trips.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NexusOne ·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82296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with a Teams-style shell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5212080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64008" cy="2834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166420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2688" y="2011680"/>
            <a:ext cx="482803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App Router · TypeScript strict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shadcn/ui components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stores (auth, chat, org, notifications)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visualizations on dashboard &amp; admin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212080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54480"/>
            <a:ext cx="64008" cy="2834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66420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(13)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64808" y="2011680"/>
            <a:ext cx="482803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signup · invite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chat · projects · calendar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· notifications · admin · copilot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sidebar + mobile nav + org switcher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466344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flow: login → JWT stored → tokens refresh → 401 auto-logout; route guards redirect to /login.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wiring: chat store syncs via Socket.IO; notifications badge updates via SSE.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NexusOne ·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82296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CI/CD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 before anything ships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521208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64008" cy="2743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166420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2688" y="2011680"/>
            <a:ext cx="482803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unit tests — auth, chat, projects, files, entitlements, copilot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tsc typecheck across all 9 services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builds (Nest + next build)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smoke test: AI service with real JWT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21208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54480"/>
            <a:ext cx="64008" cy="2743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66420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(GitHub Actions)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64808" y="2011680"/>
            <a:ext cx="482803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push/PR → backend &amp; frontend checks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buildx images with layer cache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GHCR on merge to main (main/latest/sha tags)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Render deploy-hook trigger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merge to main is gated on typecheck + tests + builds; images are then published and deploys can fire automatically.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NexusOne ·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82296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Docker and cloud in one config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521208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64008" cy="2743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166420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self-hosted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2688" y="2011680"/>
            <a:ext cx="482803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--build → 3 datastores + 9 services + web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multi-stage Dockerfile (SERVICE env selects the app)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run natively: npm install + npm run dev:all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21208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54480"/>
            <a:ext cx="64008" cy="2743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66420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(Render blueprint)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64808" y="2011680"/>
            <a:ext cx="482803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render.yaml provisions PostgreSQL + Redis + MongoDB + all services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 wired automatically (JWT secret, connection strings)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TLS · free tier with cold-start under a minute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Secrets: JWT_SECRET shared across services · NEXT_PUBLIC_* baked at build time · CLIENT_ORIGIN locked down.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NexusOne ·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82296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Delivered, verified, extensible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521208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64008" cy="2926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166420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2688" y="2011680"/>
            <a:ext cx="482803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microservices + gateway, 3 datastores, Next.js frontend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MVP modules implemented and tested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~370 source files · 13,600+ lines · full docs (ER/UML/API)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+ Render blueprint ready to deploy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21208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54480"/>
            <a:ext cx="64008" cy="2926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66420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64808" y="2011680"/>
            <a:ext cx="482803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Meetings/WebRTC, HR, ticketing (modeled as entitlement placeholders)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for the event bus at scale; MongoDB Atlas; S3 storage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replicas, Redis-backed rate limiting, OpenTelemetry metrics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47091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NexusOne proves the architecture: a real-time, multi-tenant, AI-assisted collaboration platform — built to be extended, not rewritten.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NexusOne ·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4023360"/>
            <a:ext cx="411480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2976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logins: alice.admin@nexuslabs.io / Admin@123  ·  carol.dev@nexuslabs.io / Carol@123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2026-08-11T18:52:25Z</dcterms:created>
  <dcterms:modified xsi:type="dcterms:W3CDTF">2026-08-11T18:52:25Z</dcterms:modified>
</cp:coreProperties>
</file>